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URBAN DEVELOPMENT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stretch of a city's rivers and lakes, checked from space each month: where to take water samples, and whether a cleanup worked. For MPCB and city corporations.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Sewage, urban water pollution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158 river and lake stretches in Pune, 24 months, in ~1.5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Sentinel-2, method after NASA ARSET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half of the sewage from Maharashtra's cities reaches rivers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untreated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 Pollution is checked by hand: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one sample a month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fixed stations, so no one sees where a river turns bad between them, or whether cleanups worked.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along Maharashtra's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river stretches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Mumbai region (Mithi, Ulhas), Pune (Mula-Mutha), Nagpur (Nag) and more. Also the city corporations, MPCB and NGT, who need evidence to act and to check contractors.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~4,250 MLD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sewage untreated every day (9,271 made, 5,024 treated; MPCB, Dec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stretches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the most of any state (CPCB 2025)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spent on hyacinth removal, yet it persists; payments disputed (2026)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Monthly samples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~173 river stations: one point every many km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Lab results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come weeks later; no picture between stations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hyacinth removal or new STPs improved the river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4,250 MLD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sewage reaches Maharashtra's rivers untreated, every day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Dirty water flows on to homes, farms and fish downstream, and crores go into cleanups that no one can independently check.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MPCB monthly progress report, Dec 2025; CPCB polluted river stretches 2025 (via Drishti IAS); MPCB water bulletin, Jan 2026; Punekar News, Jun 2026; Free Press Journal,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checks every ~1 km of a city's rivers and lakes each month: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 and algae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vs normal, so boards know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where to sample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if cleanups worked.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city, or any river or lake outline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Finds the channel; measures weed, turbidity and chlorophyll monthly vs 2019-2023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Stretch map, sample-first list, cleanup check,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Field trips and lab tests per station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sample a month; results weeks later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 whole city in ~1.5 min; new image every 5 days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~173 river points for the whole state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Every ~1 km stretch: 158 in Pune alone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Lab reports, no map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Independent, repeatable evidence for cleanups. It shows Pune's floating weed rising from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~6% to ~29%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river water every dry season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both 2025 and 2026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the before/after check that removal contracts lack.</a:t>
            </a:r>
            <a:endParaRPr lang="en-US" sz="1000" dirty="0"/>
          </a:p>
        </p:txBody>
      </p:sp>
      <p:pic>
        <p:nvPicPr>
          <p:cNvPr id="31" name="Picture 30" descr="app_p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Pune rivers,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Sentinel-2 (10-20 m),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NASA ARSET inland water quality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checks of hotspots; hyperspectral (EnMAP)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cities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water samples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pilot with MPCB; compare flags with lab samples and calibrate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Mumbai, Thane, Nagpur; monthly report card for each river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all 54 polluted stretches statewide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and Pimpri-Chinchwad municipal corporations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 River Rejuvenation Authority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Nagpur; IIIT Nagpur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Polluted river stretches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whole state list, checked every month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screening vs monthly sampling and lab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158 vs 2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Points watched in Pune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river stretches vs monthly sampling points on the Mula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Earlier action on weed, algae and sewage outfalls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water for people living downstream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Public, checkable evidence of cleanup spending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MPCB or city budgets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city: national NWMP, global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Add a city in minutes; lakes and reservoirs too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checks of hotspots; hyperspectral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CPCB polluted river stretches 2025; CPCB reply in NGT OA 214/2024 (Mula sampled at two locations, monthly); Jal-drishti run for Pune, Oct 2026.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Pune pilot with MPCB and the municipal corporations would let us test the satellite flags against water samples and turn them into a monthly report card for every river.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[deployment link]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